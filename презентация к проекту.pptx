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Old Standard TT"/>
      <p:regular r:id="rId24"/>
      <p:bold r:id="rId25"/>
      <p: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OldStandardTT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ldStandardTT-italic.fntdata"/><Relationship Id="rId25" Type="http://schemas.openxmlformats.org/officeDocument/2006/relationships/font" Target="fonts/OldStandardT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25b93515c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25b9351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25b93515c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25b93515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25b93515c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25b93515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25b93515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25b93515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25b93515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25b93515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25b93515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25b93515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25b93515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25b93515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25b93515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25b93515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25b93515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25b93515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25b93515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25b93515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c6f90357f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c6f9035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25b93515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25b93515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25b93515c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25b93515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командного проекта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Группа№3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490250" y="526350"/>
            <a:ext cx="8546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Приложение, предназначенное для реализации алгоритма сортировки “BubbleSort” по классу Data, построенного с помощью класса DataBuilder. Сортировка происходит по всем 3-м полям. В приложении реализован паттерн стратегии и бинарный поиск. А так же выполнены все 4 дополнительных задания.</a:t>
            </a:r>
            <a:endParaRPr sz="2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Рассмотрим подробнее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265500" y="53375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класса Builder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8025"/>
            <a:ext cx="4528500" cy="412754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45500" y="2327525"/>
            <a:ext cx="3865200" cy="18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Класс DataBuilder предназначен для поэтапного конструирования объекта класса Data, имеющий конструктор, принимающий String, int и boolean.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265500" y="53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сортировки</a:t>
            </a:r>
            <a:endParaRPr/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229600" y="1928526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Этот код реализует алгоритм сортировки "Пузырьком" (Bubble Sort) для списка объектов Data, используя компаратор для определения порядка сортировки.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-12"/>
            <a:ext cx="4528500" cy="2268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268197"/>
            <a:ext cx="4528500" cy="167835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4588350" y="4058750"/>
            <a:ext cx="44958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2"/>
                </a:solidFill>
                <a:highlight>
                  <a:schemeClr val="dk1"/>
                </a:highlight>
                <a:latin typeface="Old Standard TT"/>
                <a:ea typeface="Old Standard TT"/>
                <a:cs typeface="Old Standard TT"/>
                <a:sym typeface="Old Standard TT"/>
              </a:rPr>
              <a:t>Реализация сортировок по числовому и логическому полю происходит по аналогии.</a:t>
            </a:r>
            <a:endParaRPr sz="1800">
              <a:solidFill>
                <a:schemeClr val="lt2"/>
              </a:solidFill>
              <a:highlight>
                <a:schemeClr val="dk1"/>
              </a:highlight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265500" y="72420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паттерна стратегия</a:t>
            </a:r>
            <a:endParaRPr/>
          </a:p>
        </p:txBody>
      </p:sp>
      <p:sp>
        <p:nvSpPr>
          <p:cNvPr id="92" name="Google Shape;92;p18"/>
          <p:cNvSpPr txBox="1"/>
          <p:nvPr>
            <p:ph idx="1" type="subTitle"/>
          </p:nvPr>
        </p:nvSpPr>
        <p:spPr>
          <a:xfrm>
            <a:off x="265500" y="2093726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/>
              <a:t>Основная идея этого паттерна заключается в определении семейства алгоритмов, инкапсулировании каждого из них и обеспечении их взаимозаменяемости. Это позволяет клиенту выбирать нужный алгоритм во время выполнения программы, не меняя при этом основной код.</a:t>
            </a:r>
            <a:endParaRPr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1150" y="432550"/>
            <a:ext cx="293370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2406450"/>
            <a:ext cx="4571999" cy="1563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265500" y="197025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доп задания №1</a:t>
            </a:r>
            <a:endParaRPr/>
          </a:p>
        </p:txBody>
      </p:sp>
      <p:sp>
        <p:nvSpPr>
          <p:cNvPr id="100" name="Google Shape;100;p19"/>
          <p:cNvSpPr txBox="1"/>
          <p:nvPr>
            <p:ph idx="1" type="subTitle"/>
          </p:nvPr>
        </p:nvSpPr>
        <p:spPr>
          <a:xfrm>
            <a:off x="265500" y="189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Метод использует ранее описанный статический метод Data.bubbleSort для сортировки входного списка.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025" y="957596"/>
            <a:ext cx="4419601" cy="3228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265500" y="13240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доп задания №2</a:t>
            </a:r>
            <a:endParaRPr/>
          </a:p>
        </p:txBody>
      </p:sp>
      <p:sp>
        <p:nvSpPr>
          <p:cNvPr id="107" name="Google Shape;107;p20"/>
          <p:cNvSpPr txBox="1"/>
          <p:nvPr>
            <p:ph idx="1" type="subTitle"/>
          </p:nvPr>
        </p:nvSpPr>
        <p:spPr>
          <a:xfrm>
            <a:off x="265500" y="17466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Этот метод отвечает за запись списка объектов Data в указанный файл с использованием определенных опций файлового ввода/вывода в Java.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800" y="0"/>
            <a:ext cx="422914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доп задания №3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4925"/>
            <a:ext cx="4612814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788338"/>
            <a:ext cx="4531174" cy="345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755956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2206" y="152400"/>
            <a:ext cx="402742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4"/>
          <p:cNvSpPr txBox="1"/>
          <p:nvPr/>
        </p:nvSpPr>
        <p:spPr>
          <a:xfrm>
            <a:off x="301725" y="2435250"/>
            <a:ext cx="8562900" cy="13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lt2"/>
                </a:solidFill>
                <a:highlight>
                  <a:schemeClr val="dk1"/>
                </a:highlight>
                <a:latin typeface="Old Standard TT"/>
                <a:ea typeface="Old Standard TT"/>
                <a:cs typeface="Old Standard TT"/>
                <a:sym typeface="Old Standard TT"/>
              </a:rPr>
              <a:t>Поскольку класс CustomList вышел крайне объёмным и не хотелось бы упустить какие-то возможности, реализованные в нём - весь код был представлен на нескольких слайдах.</a:t>
            </a:r>
            <a:endParaRPr sz="2000">
              <a:solidFill>
                <a:schemeClr val="lt2"/>
              </a:solidFill>
              <a:highlight>
                <a:schemeClr val="dk1"/>
              </a:highlight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265500" y="13240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доп задания №4</a:t>
            </a:r>
            <a:endParaRPr/>
          </a:p>
        </p:txBody>
      </p:sp>
      <p:sp>
        <p:nvSpPr>
          <p:cNvPr id="137" name="Google Shape;137;p25"/>
          <p:cNvSpPr txBox="1"/>
          <p:nvPr>
            <p:ph idx="1" type="subTitle"/>
          </p:nvPr>
        </p:nvSpPr>
        <p:spPr>
          <a:xfrm>
            <a:off x="265500" y="17466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Представлен класс OccurrenceCounter, который предоставляет статические методы для параллельного (многопоточного) подсчета вхождений определенных элементов.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71000"/>
            <a:ext cx="4528499" cy="4401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00" y="585863"/>
            <a:ext cx="4552874" cy="397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5849" y="585875"/>
            <a:ext cx="4212926" cy="2203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/>
          <p:nvPr/>
        </p:nvSpPr>
        <p:spPr>
          <a:xfrm>
            <a:off x="4799513" y="3124875"/>
            <a:ext cx="4185600" cy="23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lt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Конкретно реализация стратегии многопоточного подсчета</a:t>
            </a:r>
            <a:endParaRPr sz="2200">
              <a:solidFill>
                <a:schemeClr val="lt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265500" y="822025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бинарного поиска</a:t>
            </a:r>
            <a:endParaRPr/>
          </a:p>
        </p:txBody>
      </p:sp>
      <p:sp>
        <p:nvSpPr>
          <p:cNvPr id="151" name="Google Shape;151;p27"/>
          <p:cNvSpPr txBox="1"/>
          <p:nvPr>
            <p:ph idx="1" type="subTitle"/>
          </p:nvPr>
        </p:nvSpPr>
        <p:spPr>
          <a:xfrm>
            <a:off x="265500" y="1997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Метод binarySearch, реализует алгоритм бинарного поиска в списке объектов Data.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Ключевая особенность этого метода заключается в его универсальности: он выполняет поиск по произвольному полю объекта Data, используя механизм «Рефлексии».</a:t>
            </a:r>
            <a:endParaRPr sz="1800"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81150"/>
            <a:ext cx="4528499" cy="4163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490250" y="526350"/>
            <a:ext cx="83529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Рассмотрим некоторые результаты выполнения работы приложения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400"/>
            <a:ext cx="3188000" cy="28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3512" y="152400"/>
            <a:ext cx="2481100" cy="371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0125" y="152400"/>
            <a:ext cx="2931476" cy="2228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75" y="94925"/>
            <a:ext cx="4320374" cy="45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2349" y="152400"/>
            <a:ext cx="4359251" cy="3688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